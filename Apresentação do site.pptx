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7" r:id="rId4"/>
    <p:sldId id="264" r:id="rId5"/>
    <p:sldId id="265" r:id="rId6"/>
    <p:sldId id="266" r:id="rId7"/>
    <p:sldId id="258" r:id="rId8"/>
    <p:sldId id="262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678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66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00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5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72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53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49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65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91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58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485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750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234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946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89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59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A4A902D-E786-4E74-A7A3-DD3175F425BB}" type="datetimeFigureOut">
              <a:rPr lang="pt-BR" smtClean="0"/>
              <a:t>10/03/2022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1555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6728A-02E0-4FCA-B6CD-BD5471AD9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889" y="685799"/>
            <a:ext cx="9627406" cy="2971801"/>
          </a:xfrm>
        </p:spPr>
        <p:txBody>
          <a:bodyPr/>
          <a:lstStyle/>
          <a:p>
            <a:r>
              <a:rPr lang="pt-BR" b="1" dirty="0">
                <a:latin typeface="Open Sans Hebrew"/>
              </a:rPr>
              <a:t>RESULTADO</a:t>
            </a:r>
            <a:r>
              <a:rPr lang="pt-BR" b="1" i="0" dirty="0">
                <a:effectLst/>
                <a:latin typeface="Open Sans Hebrew"/>
              </a:rPr>
              <a:t> </a:t>
            </a:r>
            <a:r>
              <a:rPr lang="pt-BR" b="1" dirty="0">
                <a:latin typeface="Open Sans Hebrew"/>
              </a:rPr>
              <a:t>FINAL DO SITE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B82991-B4EF-4BA7-9422-AE1E83A14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9270" y="4439478"/>
            <a:ext cx="5494644" cy="781880"/>
          </a:xfrm>
        </p:spPr>
        <p:txBody>
          <a:bodyPr/>
          <a:lstStyle/>
          <a:p>
            <a:r>
              <a:rPr lang="pt-BR" dirty="0"/>
              <a:t>ENCONTRO REMOTO 5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B8D4FD4-6575-403B-AF02-C41B5CB3C5A8}"/>
              </a:ext>
            </a:extLst>
          </p:cNvPr>
          <p:cNvSpPr txBox="1">
            <a:spLocks/>
          </p:cNvSpPr>
          <p:nvPr/>
        </p:nvSpPr>
        <p:spPr>
          <a:xfrm>
            <a:off x="3231914" y="5735637"/>
            <a:ext cx="5494644" cy="781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Sheyenne de Morais Carvalho</a:t>
            </a:r>
          </a:p>
        </p:txBody>
      </p:sp>
    </p:spTree>
    <p:extLst>
      <p:ext uri="{BB962C8B-B14F-4D97-AF65-F5344CB8AC3E}">
        <p14:creationId xmlns:p14="http://schemas.microsoft.com/office/powerpoint/2010/main" val="1101014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C78A0-3509-40CF-95B3-89E2376B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674" y="224379"/>
            <a:ext cx="10131425" cy="1456267"/>
          </a:xfrm>
        </p:spPr>
        <p:txBody>
          <a:bodyPr/>
          <a:lstStyle/>
          <a:p>
            <a:pPr algn="ctr"/>
            <a:r>
              <a:rPr lang="pt-BR" dirty="0"/>
              <a:t>LOGO, MENU E HEADER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F6FFD85-9808-4053-A9D6-4B55F79B4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548" y="1680646"/>
            <a:ext cx="9467678" cy="4452868"/>
          </a:xfrm>
        </p:spPr>
      </p:pic>
    </p:spTree>
    <p:extLst>
      <p:ext uri="{BB962C8B-B14F-4D97-AF65-F5344CB8AC3E}">
        <p14:creationId xmlns:p14="http://schemas.microsoft.com/office/powerpoint/2010/main" val="15297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160C9-1C7F-46E9-BABA-C428BF7E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BANNER E INFORMAÇÕES DO SITE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8FB5764-0208-45E4-AACB-06011024FDAB}"/>
              </a:ext>
            </a:extLst>
          </p:cNvPr>
          <p:cNvSpPr txBox="1">
            <a:spLocks/>
          </p:cNvSpPr>
          <p:nvPr/>
        </p:nvSpPr>
        <p:spPr>
          <a:xfrm>
            <a:off x="8787617" y="3240067"/>
            <a:ext cx="3404383" cy="76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1300" dirty="0"/>
              <a:t>Promoções, descontos, reviews dos itens.</a:t>
            </a:r>
          </a:p>
          <a:p>
            <a:r>
              <a:rPr lang="pt-BR" sz="1300" dirty="0"/>
              <a:t>Constante mudanças das informações.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60E24DE8-7FBC-421A-B524-19F9FF99E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44" y="2178408"/>
            <a:ext cx="8054634" cy="3649662"/>
          </a:xfrm>
        </p:spPr>
      </p:pic>
    </p:spTree>
    <p:extLst>
      <p:ext uri="{BB962C8B-B14F-4D97-AF65-F5344CB8AC3E}">
        <p14:creationId xmlns:p14="http://schemas.microsoft.com/office/powerpoint/2010/main" val="350799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2616B-2046-4C1B-9997-B375FEFD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Footer</a:t>
            </a:r>
            <a:r>
              <a:rPr lang="pt-BR" dirty="0"/>
              <a:t> – INFO, CADASTRO E RODAPÉ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BDBF6D8-1FE9-4EE5-928F-C2A402AA3E67}"/>
              </a:ext>
            </a:extLst>
          </p:cNvPr>
          <p:cNvSpPr txBox="1">
            <a:spLocks/>
          </p:cNvSpPr>
          <p:nvPr/>
        </p:nvSpPr>
        <p:spPr>
          <a:xfrm>
            <a:off x="1164103" y="4978457"/>
            <a:ext cx="10131425" cy="1895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Incentivo para receber mais informações e ofertas através do cadastro e redes sociais.</a:t>
            </a:r>
          </a:p>
          <a:p>
            <a:r>
              <a:rPr lang="pt-BR" dirty="0"/>
              <a:t>Dúvidas e formas de pagamento.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C2E584CC-A67E-4FE6-A776-4853A10C2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7" y="2767361"/>
            <a:ext cx="10131425" cy="2024773"/>
          </a:xfrm>
        </p:spPr>
      </p:pic>
    </p:spTree>
    <p:extLst>
      <p:ext uri="{BB962C8B-B14F-4D97-AF65-F5344CB8AC3E}">
        <p14:creationId xmlns:p14="http://schemas.microsoft.com/office/powerpoint/2010/main" val="79442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6DCDE-F0A1-460F-B6A5-41044BE6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25" y="2100775"/>
            <a:ext cx="5430575" cy="1456267"/>
          </a:xfrm>
        </p:spPr>
        <p:txBody>
          <a:bodyPr/>
          <a:lstStyle/>
          <a:p>
            <a:pPr algn="ctr"/>
            <a:r>
              <a:rPr lang="pt-BR" dirty="0"/>
              <a:t>tablet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87C716F5-35BC-405F-987D-1FC0A3ED3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2" r="1683" b="43677"/>
          <a:stretch/>
        </p:blipFill>
        <p:spPr>
          <a:xfrm>
            <a:off x="7309374" y="89105"/>
            <a:ext cx="2569040" cy="3003290"/>
          </a:xfr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EBC976C-4A21-491E-B2CF-E7EC6A85DC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46758" b="1949"/>
          <a:stretch/>
        </p:blipFill>
        <p:spPr>
          <a:xfrm>
            <a:off x="7309374" y="3094892"/>
            <a:ext cx="2569040" cy="31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3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7369B-2DFC-49C0-8151-4CB0FCDB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964" y="2282224"/>
            <a:ext cx="5307036" cy="1456267"/>
          </a:xfrm>
        </p:spPr>
        <p:txBody>
          <a:bodyPr/>
          <a:lstStyle/>
          <a:p>
            <a:pPr algn="ctr"/>
            <a:r>
              <a:rPr lang="pt-BR" dirty="0"/>
              <a:t>mobile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8F421A1-57EA-4187-8C2A-D7E7FC4B6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54945" r="3985" b="2152"/>
          <a:stretch/>
        </p:blipFill>
        <p:spPr>
          <a:xfrm>
            <a:off x="7343334" y="3010356"/>
            <a:ext cx="2392521" cy="3502177"/>
          </a:xfrm>
        </p:spPr>
      </p:pic>
      <p:pic>
        <p:nvPicPr>
          <p:cNvPr id="6" name="Espaço Reservado para Conteúdo 8">
            <a:extLst>
              <a:ext uri="{FF2B5EF4-FFF2-40B4-BE49-F238E27FC236}">
                <a16:creationId xmlns:a16="http://schemas.microsoft.com/office/drawing/2014/main" id="{99210D97-9081-4A8E-9397-48DE2E528C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6" r="1683" b="43677"/>
          <a:stretch/>
        </p:blipFill>
        <p:spPr>
          <a:xfrm>
            <a:off x="7343336" y="210622"/>
            <a:ext cx="2392520" cy="279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7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9ED38-CA85-457C-BFD7-25CC9C57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Principais mudanças do desktop para tablet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94455-915F-456A-A5DE-EE8408F82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079" y="2620369"/>
            <a:ext cx="10877842" cy="2650067"/>
          </a:xfrm>
        </p:spPr>
        <p:txBody>
          <a:bodyPr>
            <a:normAutofit/>
          </a:bodyPr>
          <a:lstStyle/>
          <a:p>
            <a:r>
              <a:rPr lang="pt-BR" sz="2200" dirty="0"/>
              <a:t>Redução de conteúdo para melhor usabilidade e interação fluida;</a:t>
            </a:r>
          </a:p>
          <a:p>
            <a:r>
              <a:rPr lang="pt-BR" sz="2200" dirty="0"/>
              <a:t>Minimalismo: site simples esteticamente agradável, altamente responsivo sem informações confusas, links quebrados ou imagens com resolução ruins;</a:t>
            </a:r>
          </a:p>
          <a:p>
            <a:r>
              <a:rPr lang="pt-BR" sz="2200" dirty="0" err="1"/>
              <a:t>Friendly</a:t>
            </a:r>
            <a:r>
              <a:rPr lang="pt-BR" sz="2200" dirty="0"/>
              <a:t>: carregamento mais rápido e adequado ao dispositivo.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75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436AA-96EE-47E9-A5CA-C87F1D324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569843"/>
            <a:ext cx="10432670" cy="5645427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  <a:ea typeface="Times New Roman" panose="02020603050405020304" pitchFamily="18" charset="0"/>
              </a:rPr>
              <a:t>A partir daí inicia-se um dos benefícios - as recomendações personalizadas</a:t>
            </a:r>
            <a:r>
              <a:rPr lang="pt-BR" sz="16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Rockwell" panose="02060603020205020403" pitchFamily="18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Algoritmo baseado em sugestões para cada usuário, sintonizado com suas preferências;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medida em que você vai avaliando se gostou ou não, o site fica mais “inteligente” e começa a fazer sugestões que têm mais probabilidade de te agradar, usando seus dados para criar um UX mais pessoal;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Navegação e simplicidade da interface com a capacidade de filtrar as opções de exibição refinando a experiência;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indolor (interface livre de distrações e fácil de seguir);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Recursos com toque agradável;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O CTA principal é pressionando “</a:t>
            </a:r>
            <a:r>
              <a:rPr lang="pt-BR" sz="1700" dirty="0" err="1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Sign</a:t>
            </a: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 </a:t>
            </a:r>
            <a:r>
              <a:rPr lang="pt-BR" sz="1700" dirty="0" err="1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up</a:t>
            </a: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” para interagir com a plataforma imediatamente. Processo de integração perfeito em todos os dispositivos. Após o registro, o usuário será levado a uma tela inicial. Podendo adicionar um perfil para personalização e restrições, que fica salvo para atender com rapidez as necessidades que o site proporciona para a melhor experiência </a:t>
            </a:r>
            <a:r>
              <a:rPr lang="pt-BR" sz="170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do usuário.</a:t>
            </a:r>
            <a:endParaRPr lang="pt-BR" sz="1700" dirty="0">
              <a:effectLst/>
              <a:latin typeface="Rockwell" panose="02060603020205020403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5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59DAA-705B-4EC3-94F5-85F2154D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sz="2700" dirty="0"/>
              <a:t>principais dificuldades encontradas no desenvolvimento dos 3 tipos de layout – desktop, tablet e smartphone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32754-247D-4095-B9EC-543E4DDF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96209"/>
            <a:ext cx="10353762" cy="1995926"/>
          </a:xfrm>
        </p:spPr>
        <p:txBody>
          <a:bodyPr/>
          <a:lstStyle/>
          <a:p>
            <a:r>
              <a:rPr lang="pt-BR" dirty="0"/>
              <a:t>Desktop: aplicação do código e estilização;</a:t>
            </a:r>
          </a:p>
          <a:p>
            <a:r>
              <a:rPr lang="pt-BR" dirty="0"/>
              <a:t>Mobile: ajuste de informações e responsividade;</a:t>
            </a:r>
          </a:p>
          <a:p>
            <a:r>
              <a:rPr lang="pt-BR" dirty="0"/>
              <a:t>Tablet: responsividade.</a:t>
            </a:r>
          </a:p>
        </p:txBody>
      </p:sp>
    </p:spTree>
    <p:extLst>
      <p:ext uri="{BB962C8B-B14F-4D97-AF65-F5344CB8AC3E}">
        <p14:creationId xmlns:p14="http://schemas.microsoft.com/office/powerpoint/2010/main" val="80931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228</TotalTime>
  <Words>316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Open Sans Hebrew</vt:lpstr>
      <vt:lpstr>Rockwell</vt:lpstr>
      <vt:lpstr>Wingdings</vt:lpstr>
      <vt:lpstr>Celestial</vt:lpstr>
      <vt:lpstr>RESULTADO FINAL DO SITE</vt:lpstr>
      <vt:lpstr>LOGO, MENU E HEADER</vt:lpstr>
      <vt:lpstr>BANNER E INFORMAÇÕES DO SITE</vt:lpstr>
      <vt:lpstr>Footer – INFO, CADASTRO E RODAPÉ</vt:lpstr>
      <vt:lpstr>tablet</vt:lpstr>
      <vt:lpstr>mobile</vt:lpstr>
      <vt:lpstr>Principais mudanças do desktop para tablet</vt:lpstr>
      <vt:lpstr>Apresentação do PowerPoint</vt:lpstr>
      <vt:lpstr> principais dificuldades encontradas no desenvolvimento dos 3 tipos de layout – desktop, tablet e smartphone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dos 3 protótipOS</dc:title>
  <dc:creator>Sheyenne Carvalho</dc:creator>
  <cp:lastModifiedBy>Sheyenne Carvalho</cp:lastModifiedBy>
  <cp:revision>31</cp:revision>
  <dcterms:created xsi:type="dcterms:W3CDTF">2021-12-18T21:17:11Z</dcterms:created>
  <dcterms:modified xsi:type="dcterms:W3CDTF">2022-03-11T00:29:51Z</dcterms:modified>
</cp:coreProperties>
</file>